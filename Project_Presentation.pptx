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Soil Health Prediction</a:t>
            </a:r>
          </a:p>
          <a:p>
            <a:r>
              <a:t>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Full-Stack Data Science &amp; Engineering Project</a:t>
            </a:r>
          </a:p>
          <a:p/>
          <a:p>
            <a:r>
              <a:t>Author: [Your Name/Team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Agricultural Challenge:</a:t>
            </a:r>
          </a:p>
          <a:p>
            <a:r>
              <a:t>  - Traditional soil testing is manual, slow, and expensive.</a:t>
            </a:r>
          </a:p>
          <a:p>
            <a:r>
              <a:t>  - Delayed results lead to suboptimal fertilizer use and reduced crop yields.</a:t>
            </a:r>
          </a:p>
          <a:p/>
          <a:p>
            <a:r>
              <a:t>• The Solution:</a:t>
            </a:r>
          </a:p>
          <a:p>
            <a:r>
              <a:t>  - A real-time, machine learning-driven software application.</a:t>
            </a:r>
          </a:p>
          <a:p>
            <a:r>
              <a:t>  - Instant analysis of soil parameters (pH, Moisture, N-P-K) to predict overall soil health.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Develop a high-accuracy ML classification model to assess soil quality.</a:t>
            </a:r>
          </a:p>
          <a:p>
            <a:r>
              <a:t>2. Architect a scalable Java Spring Boot backend to serve the model.</a:t>
            </a:r>
          </a:p>
          <a:p>
            <a:r>
              <a:t>3. Design an intuitive, responsive web dashboard for end-users.</a:t>
            </a:r>
          </a:p>
          <a:p>
            <a:r>
              <a:t>4. Create a seamless end-to-end data pipeline from user input to ML inference and 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 (Client Layer):</a:t>
            </a:r>
          </a:p>
          <a:p>
            <a:r>
              <a:t>  - Modern Web Dashboard (HTML5, CSS3, JS).</a:t>
            </a:r>
          </a:p>
          <a:p>
            <a:r>
              <a:t>  - Captures sensor/manual data.</a:t>
            </a:r>
          </a:p>
          <a:p/>
          <a:p>
            <a:r>
              <a:t>• Backend (Application Layer):</a:t>
            </a:r>
          </a:p>
          <a:p>
            <a:r>
              <a:t>  - Java Spring Boot REST API.</a:t>
            </a:r>
          </a:p>
          <a:p>
            <a:r>
              <a:t>  - MongoDB Stitch for database connectivity and logging.</a:t>
            </a:r>
          </a:p>
          <a:p/>
          <a:p>
            <a:r>
              <a:t>• Machine Learning (Inference Layer):</a:t>
            </a:r>
          </a:p>
          <a:p>
            <a:r>
              <a:t>  - ONNX Runtime embedded in Java for ultra-fast, native predictions.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Science &amp; Modeling:</a:t>
            </a:r>
          </a:p>
          <a:p>
            <a:r>
              <a:t>  - Python, Pandas, Numpy</a:t>
            </a:r>
          </a:p>
          <a:p>
            <a:r>
              <a:t>  - Scikit-Learn (Random Forest)</a:t>
            </a:r>
          </a:p>
          <a:p>
            <a:r>
              <a:t>  - ONNX (Open Neural Network Exchange)</a:t>
            </a:r>
          </a:p>
          <a:p/>
          <a:p>
            <a:r>
              <a:t>• Software Engineering:</a:t>
            </a:r>
          </a:p>
          <a:p>
            <a:r>
              <a:t>  - Java 17, Spring Boot</a:t>
            </a:r>
          </a:p>
          <a:p>
            <a:r>
              <a:t>  - MongoDB Stitch</a:t>
            </a:r>
          </a:p>
          <a:p>
            <a:r>
              <a:t>  - Frontend Web Technologies (HTML, CSS, JS, Framer Motion principles)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Overview:</a:t>
            </a:r>
          </a:p>
          <a:p>
            <a:r>
              <a:t>  - 1,000 comprehensive soil samples.</a:t>
            </a:r>
          </a:p>
          <a:p>
            <a:r>
              <a:t>  - Features: pH (4-9), Moisture (10-90%), Nitrogen, Phosphorus, Potassium.</a:t>
            </a:r>
          </a:p>
          <a:p/>
          <a:p>
            <a:r>
              <a:t>• Preprocessing Steps:</a:t>
            </a:r>
          </a:p>
          <a:p>
            <a:r>
              <a:t>  - Outlier detection and data normalization.</a:t>
            </a:r>
          </a:p>
          <a:p>
            <a:r>
              <a:t>  - Stratified Train-Test Split (80% Training, 20% Testing).</a:t>
            </a:r>
          </a:p>
          <a:p>
            <a:r>
              <a:t>  - Label encoding for soil quality: Poor, Average, Good.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Algorithm Selected: Random Forest Classifier</a:t>
            </a:r>
          </a:p>
          <a:p>
            <a:r>
              <a:t>  - Why? High accuracy, robustness against overfitting, and capability to handle non-linear environmental data.</a:t>
            </a:r>
          </a:p>
          <a:p/>
          <a:p>
            <a:r>
              <a:t>• Training &amp; Export:</a:t>
            </a:r>
          </a:p>
          <a:p>
            <a:r>
              <a:t>  - The model was trained using Scikit-Learn.</a:t>
            </a:r>
          </a:p>
          <a:p>
            <a:r>
              <a:t>  - Serialized to the .onnx format to completely decouple the Python training environment from the Java production environment.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Design Philosophy:</a:t>
            </a:r>
          </a:p>
          <a:p>
            <a:r>
              <a:t>  - Clean, modern, and data-centric.</a:t>
            </a:r>
          </a:p>
          <a:p>
            <a:r>
              <a:t>  - Responsive layout ensuring accessibility on both desktop and mobile devices.</a:t>
            </a:r>
          </a:p>
          <a:p/>
          <a:p>
            <a:r>
              <a:t>• Key Features:</a:t>
            </a:r>
          </a:p>
          <a:p>
            <a:r>
              <a:t>  - Real-time form validation.</a:t>
            </a:r>
          </a:p>
          <a:p>
            <a:r>
              <a:t>  - Asynchronous loading states and dynamic visual feedback (color-coded health rings).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Model Performance:</a:t>
            </a:r>
          </a:p>
          <a:p>
            <a:r>
              <a:t>  - Achieved ~96% classification accuracy on the testing set.</a:t>
            </a:r>
          </a:p>
          <a:p>
            <a:r>
              <a:t>  - High precision and recall across all three soil health categories.</a:t>
            </a:r>
          </a:p>
          <a:p/>
          <a:p>
            <a:r>
              <a:t>• System Performance:</a:t>
            </a:r>
          </a:p>
          <a:p>
            <a:r>
              <a:t>  - Spring Boot API inference latency &lt; 50ms.</a:t>
            </a:r>
          </a:p>
          <a:p>
            <a:r>
              <a:t>  - Highly stable integration between Java and the ONNX ML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project successfully bridges Data Science and Software Engineering.</a:t>
            </a:r>
          </a:p>
          <a:p>
            <a:r>
              <a:t>• Proves that real-time, AI-driven agricultural insights can be delivered through a scalable web platform.</a:t>
            </a:r>
          </a:p>
          <a:p>
            <a:r>
              <a:t>• Empowers agricultural stakeholders to make rapid, data-driven decisions regarding soil management.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Hardware Integration:</a:t>
            </a:r>
          </a:p>
          <a:p>
            <a:r>
              <a:t>   - Connecting physical IoT soil sensors for automated data ingestion.</a:t>
            </a:r>
          </a:p>
          <a:p/>
          <a:p>
            <a:r>
              <a:t>2. Advanced Modeling:</a:t>
            </a:r>
          </a:p>
          <a:p>
            <a:r>
              <a:t>   - Incorporating weather and historical yield data to recommend specific crop types.</a:t>
            </a:r>
          </a:p>
          <a:p/>
          <a:p>
            <a:r>
              <a:t>3. Mobile Deployment:</a:t>
            </a:r>
          </a:p>
          <a:p>
            <a:r>
              <a:t>   - Developing a native mobile application (e.g., using React Native) for field workers.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